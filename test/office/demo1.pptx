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B5797"/>
                </a:solidFill>
              </a:defRPr>
            </a:pPr>
            <a:r>
              <a:t>Smart Office Platform 3.0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Product Launch Announcement</a:t>
            </a:r>
          </a:p>
          <a:p>
            <a:pPr algn="ctr">
              <a:spcBef>
                <a:spcPts val="2000"/>
              </a:spcBef>
              <a:defRPr sz="1800">
                <a:solidFill>
                  <a:srgbClr val="999999"/>
                </a:solidFill>
              </a:defRPr>
            </a:pPr>
            <a:r>
              <a:t>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7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AI-Powered Document Processing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Automatically extract, classify, and transform documents using advanced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Real-Time Collaboration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Multiple users can edit documents simultaneously with conflict-free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Workflow Automation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Design and execute custom workflows with conditional logic and approvals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Cross-Platform Sync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Seamless experience across web, desktop, and mobile with offline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7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7346"/>
                </a:solidFill>
              </a:defRPr>
            </a:pPr>
            <a:r>
              <a:t>¥48B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Smart office market size by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7346"/>
                </a:solidFill>
              </a:defRPr>
            </a:pPr>
            <a:r>
              <a:t>32%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CAGR for AI-powered productivity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7346"/>
                </a:solidFill>
              </a:defRPr>
            </a:pPr>
            <a:r>
              <a:t>78%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Enterprises planning AI adoption 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7346"/>
                </a:solidFill>
              </a:defRPr>
            </a:pPr>
            <a:r>
              <a:t>4.7x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ROI improvement with intelligent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B5797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24726"/>
                </a:solidFill>
              </a:defRPr>
            </a:pPr>
            <a:r>
              <a:t>Q3 2026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v3.0 Launch — Core AI engine, web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24726"/>
                </a:solidFill>
              </a:defRPr>
            </a:pPr>
            <a:r>
              <a:t>Q4 2026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v3.1 — Mobile apps, offline sync, API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24726"/>
                </a:solidFill>
              </a:defRPr>
            </a:pPr>
            <a:r>
              <a:t>Q1 2027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v3.2 — Advanced workflows, custom AI model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24726"/>
                </a:solidFill>
              </a:defRPr>
            </a:pPr>
            <a:r>
              <a:t>Q2 2027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v4.0 — Multi-tenant, enterprise compliance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B5797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