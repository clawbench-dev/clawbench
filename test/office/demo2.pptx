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17346"/>
                </a:solidFill>
              </a:defRPr>
            </a:pPr>
            <a:r>
              <a:t>vue-office Technical Deep Dive</a:t>
            </a:r>
          </a:p>
          <a:p>
            <a:pPr algn="ctr">
              <a:defRPr sz="2200">
                <a:solidFill>
                  <a:srgbClr val="666666"/>
                </a:solidFill>
              </a:defRPr>
            </a:pPr>
            <a:r>
              <a:t>Building Office Document Preview in Vue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7346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@vue-office/docx → docx-preview (DOM rendering)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@vue-office/excel → exceljs + x-data-spreadsheet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@vue-office/pptx → pptx-preview (canvas/SVG rendering)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Shared pattern: async fetch → parse →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Vue 3 Composition API with defineAsyncComponent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24726"/>
                </a:solidFill>
              </a:defRPr>
            </a:pPr>
            <a:r>
              <a:t>Key Pitfalls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24726"/>
                </a:solidFill>
              </a:defRPr>
            </a:pPr>
            <a:r>
              <a:t>Component Mount Dead-Lock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v-if loading blocks mount → no fetch → never renders. Fix: always mount, use overlay.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24726"/>
                </a:solidFill>
              </a:defRPr>
            </a:pPr>
            <a:r>
              <a:t>PPT CSS Import Failure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@vue-office/pptx has no CSS file. Import causes build error. Fix: skip CSS import for PPT.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24726"/>
                </a:solidFill>
              </a:defRPr>
            </a:pPr>
            <a:r>
              <a:t>External URL 404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Official demo URLs are dead. Fix: generate local sample docs with python-docx/openpyxl/python-pptx.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17346"/>
                </a:solidFill>
              </a:defRPr>
            </a:pPr>
            <a:r>
              <a:t>Live Demo</a:t>
            </a:r>
          </a:p>
          <a:p>
            <a:pPr algn="ctr">
              <a:defRPr sz="2200">
                <a:solidFill>
                  <a:srgbClr val="666666"/>
                </a:solidFill>
              </a:defRPr>
            </a:pPr>
            <a:r>
              <a:t>Opening ClawBench OfficePreview...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